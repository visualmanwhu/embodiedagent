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7B7A0-EF61-E559-A3E0-643755DE0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EBDDBA-4EBB-1F51-22A2-F4C48EFAA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7F56B-73A6-4F07-0069-2E9F71D6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EFA613-D989-7B12-B613-0AB924F3D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126C53-1C21-7969-2E2E-F9E3488B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0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BB64C-C33A-3E5D-1079-B58DD3F3F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59A5D-F1FD-16EA-C389-BEDBA5E45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CAB508-747F-5999-BB7B-4787B61A0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007736-DDF3-9ACC-5DEE-4270F77D4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96FB28-F991-6121-3ABF-87798B08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74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5A9EC-2984-2A55-A1C8-8A6F5C835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B1FDFC-A1EA-E0B7-0E5F-8C6BA277F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248D1C-B1A9-7C4F-03DD-A5F507E0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8A15D2-3A08-232D-676C-387E2AF0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38140-2F91-0C81-FC20-A5AAB4AEE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691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7C771-25C7-F7F9-4B03-3CC479FC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348D60-5491-A753-5060-FD3F60AED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4A25CC-1F4D-245D-3A89-F8E0115B4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436F43-AFAA-2FB6-E3FA-82D78ACB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6B1A23-DCD3-3E6A-0DC9-1BD75EF5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2A9DAC-7BD6-47B4-ADDB-75E21F40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39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F7184-E8C7-849B-4D8B-7ED9BAB6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8C7866-E829-D53A-029C-0FF030513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F81AA7-5DF7-5512-E7AE-8B998596E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DE411A-D89E-6342-5D34-7B3DC62C11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713153-B735-D3F3-38B6-32670C0D3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BF9728-91CD-5F32-9D60-EBC505835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970863-3FE8-0BAB-DA16-022BC9A1C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ED4A86-A6BB-E0B3-41E9-5EFE2792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916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B9B70-56AF-CA5A-0FBC-E81AFC2A7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C56475-55C4-743F-91B2-B456BF0E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F4C805-25CB-7DA9-1A05-215C7B7C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8D865A-D4E7-0261-84BA-514523BE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832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68586B-0BEC-E50B-3F1A-4744C084A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2BE142-DB57-B892-8E6D-D61B68B6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447A4A-43D7-3889-36A0-EF17FF77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59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3B837-EBF5-1AE6-A9AE-77B53BBC4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96CF4C-3630-3C64-AF7E-E65EED798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58C06D-F0D6-525F-12F6-684C1751E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BADF6E-6C1C-80E3-0F1D-9EF9CFF0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57F2BB-01FE-B086-619B-A8D31FB15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0804EA-3524-D7F8-C6B1-E84B0820D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14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0340C-0A92-660B-2782-4F080A8CC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CF2618-E271-173D-A6B0-8787E154EB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577A05-6744-584B-F68B-32D93C5D3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797E55-4AD7-5FEF-ED5B-6A787DB2B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9C44F8-585E-3387-053A-A531F453F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7D349F-A342-66CD-16CB-E294E5D6C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462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774A0-1DD5-2DF5-8D4F-6313DB9C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C4FD81-1C04-44D0-30C3-DABE87320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7E75F1-7700-9660-4C3C-411AD9324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1A80F-96D5-7CBF-3DB6-58E6034B0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DE33EE-ED71-E456-D27D-26575522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9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CA804C-8EDD-C4D7-8A5C-A1439AAE1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324806-47E3-3C0D-17A6-40599F46C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614B61-A520-1A2E-FCD0-63DC17E6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6E4F54-4484-FDA5-6C89-B5BE1C323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83C6B2-18CC-9B36-6818-4686AE2E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42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61BBB9-9F84-6649-D580-20483E86A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86D727-86DA-E200-4F12-CA7580DE3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9874E6-87D6-CA96-025F-CABDEDA2D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E8383-8EB2-4A5C-BA0F-875D8C6513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3B238A-5825-F1C0-C205-8CA980113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32467C-A069-5CDB-50BE-DDFD5B0BE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C04D0-E754-492C-90AE-67B779B20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26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1F974-6A90-9304-00B9-92C360874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4354F0-F754-7B81-9700-04DDC1ECFB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936297-92F4-5714-0389-DE1A76DFA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894" y="1168284"/>
            <a:ext cx="6058211" cy="45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5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yanfeng zhang</dc:creator>
  <cp:lastModifiedBy>yanfeng zhang</cp:lastModifiedBy>
  <cp:revision>1</cp:revision>
  <dcterms:created xsi:type="dcterms:W3CDTF">2026-05-16T00:19:08Z</dcterms:created>
  <dcterms:modified xsi:type="dcterms:W3CDTF">2026-05-16T00:19:35Z</dcterms:modified>
</cp:coreProperties>
</file>